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Explained Variance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97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971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971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9971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  <c:pt idx="4">
                    <c:v>PC5</c:v>
                  </c:pt>
                  <c:pt idx="5">
                    <c:v>PC6</c:v>
                  </c:pt>
                  <c:pt idx="6">
                    <c:v>PC7</c:v>
                  </c:pt>
                  <c:pt idx="7">
                    <c:v>PC8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</c:v>
                </c:pt>
                <c:pt idx="1">
                  <c:v>18</c:v>
                </c:pt>
                <c:pt idx="2">
                  <c:v>12</c:v>
                </c:pt>
                <c:pt idx="3">
                  <c:v>8</c:v>
                </c:pt>
                <c:pt idx="4">
                  <c:v>6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971F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  <c:pt idx="4">
                    <c:v>PC5</c:v>
                  </c:pt>
                  <c:pt idx="5">
                    <c:v>PC6</c:v>
                  </c:pt>
                  <c:pt idx="6">
                    <c:v>PC7</c:v>
                  </c:pt>
                  <c:pt idx="7">
                    <c:v>PC8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42</c:v>
                </c:pt>
                <c:pt idx="1">
                  <c:v>60</c:v>
                </c:pt>
                <c:pt idx="2">
                  <c:v>72</c:v>
                </c:pt>
                <c:pt idx="3">
                  <c:v>80</c:v>
                </c:pt>
                <c:pt idx="4">
                  <c:v>86</c:v>
                </c:pt>
                <c:pt idx="5">
                  <c:v>91</c:v>
                </c:pt>
                <c:pt idx="6">
                  <c:v>95</c:v>
                </c:pt>
                <c:pt idx="7">
                  <c:v>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 the audience. Introduce the project title and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Portfolios today hold 100+ assets that move together, and old tools like full covariance matrices get noisy and slow at that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four goals: simplify risk, find hidden patterns with PCA, name the factors, and prototype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five-step pipeline, then explain PCA in one line: find the directions where the portfolio moves most and keep just those.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120 stocks across 10 sectors, five years of daily prices resampled to weekly returns, cleaned and standardized before modeling.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Same-sector stocks move together strongly, cross-sector barely interacts. This redundancy is exactly what PCA compresses.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result — slow down here. The first factor alone explains 42% of variance, and the top five explain 86%, reducing 120 dimensions to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each factor clearly: Market, Sector Rotation, Rate Sensitivity, Momentum. These are real, recognizable risk drivers, not abstract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concept dashboard, not a live tool. It shows a risk score, factor exposure bars, and an example alert.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120 stocks reduced to 5 meaningful factors keeping 86% of the risk picture. End on the tagline and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6035040" cy="603504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920240" y="4663440"/>
            <a:ext cx="4206240" cy="4206240"/>
          </a:xfrm>
          <a:prstGeom prst="ellipse">
            <a:avLst/>
          </a:prstGeom>
          <a:solidFill>
            <a:srgbClr val="C9971F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6400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37160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Risk-Factor Analysis Using PCA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542032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for Portfolio Risk Management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4560" y="3474720"/>
            <a:ext cx="7799832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347472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SHAMMRUTH</a:t>
            </a:r>
            <a:endParaRPr lang="en-US" sz="17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2520030191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153912" y="347472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 PRANEETH</a:t>
            </a:r>
            <a:endParaRPr lang="en-US" sz="17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2520030188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0" y="507492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0" y="5367528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Asif Sir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577900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Department of CSE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Portfolio Risk Is Hard to Measure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Assets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574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portfolios often hold 100+ stocks, each with its own risk pattern.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0815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Overlaps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747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and market shocks move many holdings together at the same 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4988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Tools Don't Scale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8920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covariance matrices get noisy, slow, and hard to read as holdings grow.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164592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2148840"/>
            <a:ext cx="1371600" cy="1371600"/>
          </a:xfrm>
          <a:prstGeom prst="ellipse">
            <a:avLst/>
          </a:prstGeom>
          <a:solidFill>
            <a:srgbClr val="CADCFC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98280" y="2377440"/>
            <a:ext cx="1371600" cy="1371600"/>
          </a:xfrm>
          <a:prstGeom prst="ellipse">
            <a:avLst/>
          </a:prstGeom>
          <a:solidFill>
            <a:srgbClr val="C9971F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732520" y="2880360"/>
            <a:ext cx="1371600" cy="13716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35240" y="4206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4983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in a typical portfolio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9F0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93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Risk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877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hundreds of risk signals down to a few key factors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9F0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73952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19293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5877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PCA to uncover hidden structure inside stock returns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9F0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7822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Factors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3659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mathematical pattern real financial meaning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3840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9F0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3952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407822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It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473659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 simple dashboard to track portfolio risk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Five-Step Risk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57300" y="2263140"/>
            <a:ext cx="9674352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20574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05740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historical stock returns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1548" y="18288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41548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24328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24328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&amp; remove outliers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0136" y="1828800"/>
            <a:ext cx="868680" cy="868680"/>
          </a:xfrm>
          <a:prstGeom prst="ellipse">
            <a:avLst/>
          </a:prstGeom>
          <a:solidFill>
            <a:srgbClr val="C997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0136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042916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42916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PCA to find components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78724" y="18288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78724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461504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61504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components to real factors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497312" y="18288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497312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880092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880092" y="3200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risk 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80160" y="4709160"/>
            <a:ext cx="9628632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645920" y="4873752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IN PLAIN ENGLISH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645920" y="5138928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few directions where the portfolio moves the most — and keep just those.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Tracked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Covered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Yrs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Price History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9F0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9776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Standardized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348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filled, outliers capped, and returns standardized before modeling.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749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9F0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39776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Insight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4348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and Energy sectors showed the highest weekly volatility.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PCA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Rarely Move Alone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6002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96596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8308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965960"/>
            <a:ext cx="822960" cy="822960"/>
          </a:xfrm>
          <a:prstGeom prst="rect">
            <a:avLst/>
          </a:prstGeom>
          <a:solidFill>
            <a:srgbClr val="B0B8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1965960"/>
            <a:ext cx="822960" cy="822960"/>
          </a:xfrm>
          <a:prstGeom prst="rect">
            <a:avLst/>
          </a:prstGeom>
          <a:solidFill>
            <a:srgbClr val="BCC4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965960"/>
            <a:ext cx="822960" cy="822960"/>
          </a:xfrm>
          <a:prstGeom prst="rect">
            <a:avLst/>
          </a:prstGeom>
          <a:solidFill>
            <a:srgbClr val="D1D8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834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83080" y="2834640"/>
            <a:ext cx="822960" cy="822960"/>
          </a:xfrm>
          <a:prstGeom prst="rect">
            <a:avLst/>
          </a:prstGeom>
          <a:solidFill>
            <a:srgbClr val="B0B8D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8308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283464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5176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2834640"/>
            <a:ext cx="822960" cy="822960"/>
          </a:xfrm>
          <a:prstGeom prst="rect">
            <a:avLst/>
          </a:prstGeom>
          <a:solidFill>
            <a:srgbClr val="AAB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044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2834640"/>
            <a:ext cx="822960" cy="822960"/>
          </a:xfrm>
          <a:prstGeom prst="rect">
            <a:avLst/>
          </a:prstGeom>
          <a:solidFill>
            <a:srgbClr val="CDD4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89120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3703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783080" y="3703320"/>
            <a:ext cx="822960" cy="822960"/>
          </a:xfrm>
          <a:prstGeom prst="rect">
            <a:avLst/>
          </a:prstGeom>
          <a:solidFill>
            <a:srgbClr val="BCC4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783080" y="3703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3703320"/>
            <a:ext cx="822960" cy="822960"/>
          </a:xfrm>
          <a:prstGeom prst="rect">
            <a:avLst/>
          </a:prstGeom>
          <a:solidFill>
            <a:srgbClr val="AAB2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51760" y="3703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20440" y="370332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20440" y="3703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3703320"/>
            <a:ext cx="822960" cy="822960"/>
          </a:xfrm>
          <a:prstGeom prst="rect">
            <a:avLst/>
          </a:prstGeom>
          <a:solidFill>
            <a:srgbClr val="C6CE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89120" y="3703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4572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783080" y="4572000"/>
            <a:ext cx="822960" cy="822960"/>
          </a:xfrm>
          <a:prstGeom prst="rect">
            <a:avLst/>
          </a:prstGeom>
          <a:solidFill>
            <a:srgbClr val="D1D8E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78308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51760" y="4572000"/>
            <a:ext cx="822960" cy="822960"/>
          </a:xfrm>
          <a:prstGeom prst="rect">
            <a:avLst/>
          </a:prstGeom>
          <a:solidFill>
            <a:srgbClr val="CDD4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65176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20440" y="4572000"/>
            <a:ext cx="822960" cy="822960"/>
          </a:xfrm>
          <a:prstGeom prst="rect">
            <a:avLst/>
          </a:prstGeom>
          <a:solidFill>
            <a:srgbClr val="C6CE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52044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89120" y="457200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8912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22960" y="55778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correlation levels by sector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94944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Same-sector stocks move together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949440" y="21762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above 0.80 within IT and Banking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94944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sectors barely interact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6949440" y="31363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Cross-sector correlation typically under 0.35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94944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stands apart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6949440" y="4096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almost independently of other sectors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949440" y="4800600"/>
            <a:ext cx="466344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223760" y="480060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overlap is exactly what PCA compresses into fewer factors.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120 Numbers to Just 5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52360" y="169164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7452360" y="24688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the first factor alone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320040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39776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the top 5 factors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47091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→ 5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53035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reduced, risk preserved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INTERPRETATION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Numbers Financial Meaning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9F0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631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631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2938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2768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~42%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6060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moves affecting nearly every stock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9F0FC"/>
          </a:solidFill>
          <a:ln/>
        </p:spPr>
      </p:sp>
      <p:sp>
        <p:nvSpPr>
          <p:cNvPr id="11" name="Shape 9"/>
          <p:cNvSpPr/>
          <p:nvPr/>
        </p:nvSpPr>
        <p:spPr>
          <a:xfrm>
            <a:off x="6473952" y="22631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3952" y="22631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88352" y="192938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Rotation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88352" y="227685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88352" y="26060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&amp; energy vs. IT &amp; pharma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9F0F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4119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119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40782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Sensitivity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256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47548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mainly by banks &amp; real estate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384048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9F0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3952" y="44119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73952" y="44119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40782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/ Style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88352" y="44256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88352" y="47548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stocks vs. steady, low-volatility names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 LIFE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Risk Dashboard Concept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5912" cy="4160520"/>
          </a:xfrm>
          <a:prstGeom prst="roundRect">
            <a:avLst>
              <a:gd name="adj" fmla="val 2637"/>
            </a:avLst>
          </a:prstGeom>
          <a:solidFill>
            <a:srgbClr val="141B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SCORE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16712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264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· Moderate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3749040"/>
            <a:ext cx="3291840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3749040"/>
            <a:ext cx="2106778" cy="256032"/>
          </a:xfrm>
          <a:prstGeom prst="roundRect">
            <a:avLst>
              <a:gd name="adj" fmla="val 50000"/>
            </a:avLst>
          </a:prstGeom>
          <a:solidFill>
            <a:srgbClr val="C9971F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44348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997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4553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731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Sector-Rotation exposure up 12% this week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96596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EXPOSURE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2404872"/>
            <a:ext cx="2221992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2404872"/>
            <a:ext cx="1822033" cy="25603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40112" y="235915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090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Rotation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118104"/>
            <a:ext cx="2221992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3118104"/>
            <a:ext cx="1022116" cy="25603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40112" y="307238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8039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Sensitivity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0" y="3831336"/>
            <a:ext cx="2221992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3831336"/>
            <a:ext cx="688818" cy="25603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40112" y="3785616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45171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0" y="4544568"/>
            <a:ext cx="2221992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4544568"/>
            <a:ext cx="488838" cy="25603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40112" y="449884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8978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prototype — not a live, connected tool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→ 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reduced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preserved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6324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data-driven factors replace 120 separate risk signals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Sector Rotation, Rate Sensitivity, and Momentum all carry real meaning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easier to interpret than traditional covariance-based tools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 relationships — works best with regular updates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9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“Simpler models. Clearer risk stories. Faster decisions.”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2026-08-29T03:11:56Z</dcterms:created>
  <dcterms:modified xsi:type="dcterms:W3CDTF">2026-08-29T03:11:56Z</dcterms:modified>
</cp:coreProperties>
</file>